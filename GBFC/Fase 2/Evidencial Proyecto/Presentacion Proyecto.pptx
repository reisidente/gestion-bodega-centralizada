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71" r:id="rId9"/>
    <p:sldId id="272" r:id="rId10"/>
    <p:sldId id="263" r:id="rId11"/>
    <p:sldId id="269" r:id="rId12"/>
    <p:sldId id="270" r:id="rId13"/>
    <p:sldId id="267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717543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799389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209784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222044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16139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9760144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10702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299011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38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514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0661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338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1029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8369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384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0656154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956274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16-06-2025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637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521059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/>
              <a:t>PROYECTO “Gestión Bodega de Fármacos Centralizada”</a:t>
            </a:r>
          </a:p>
          <a:p>
            <a:pPr algn="ctr"/>
            <a:r>
              <a:rPr lang="es-MX" sz="2400"/>
              <a:t>PRESENTACIÓN FINAL CAPSTONE</a:t>
            </a:r>
            <a:endParaRPr lang="es-CL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F5413E2-F7DE-E254-74AD-D24718DB4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3BBAA6F-DABF-5827-7F1B-D9EEFB8DE310}"/>
              </a:ext>
            </a:extLst>
          </p:cNvPr>
          <p:cNvSpPr txBox="1"/>
          <p:nvPr/>
        </p:nvSpPr>
        <p:spPr>
          <a:xfrm>
            <a:off x="4085617" y="3197115"/>
            <a:ext cx="6130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Nombre: BASTIAN ALEJANDRO OLIVARES MELGAREJO</a:t>
            </a:r>
          </a:p>
          <a:p>
            <a:r>
              <a:rPr lang="es-CL" dirty="0"/>
              <a:t>Cargo: Gerente Proyecto.</a:t>
            </a:r>
          </a:p>
          <a:p>
            <a:r>
              <a:rPr lang="es-CL" dirty="0"/>
              <a:t>Funcionalidades: Full </a:t>
            </a:r>
            <a:r>
              <a:rPr lang="es-CL" dirty="0" err="1"/>
              <a:t>Stack</a:t>
            </a:r>
            <a:r>
              <a:rPr lang="es-CL" dirty="0"/>
              <a:t>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466E5B0-E53A-2A0C-24EF-34E3DDCCD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CL" dirty="0"/>
              <a:t>F</a:t>
            </a:r>
            <a:r>
              <a:rPr lang="es-CL" sz="1800" dirty="0"/>
              <a:t>alta de un sistema centralizado, automatizado y seguro para gestionar el inventario, vencimientos, solicitudes y trazabilidad de los fármacos en la bodega central.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40070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Desarrollar un sistema web que mejore el control del inventario de los fármacos, optimice los despachos y minimice las perdidas por vencimiento.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5FFE9C-4464-BA3A-0105-A4CFA3E0F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3" y="10126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325297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4" y="167876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i="1" dirty="0"/>
              <a:t>Desarrollar una plataforma de gestión de bodega de fármacos centralizada para optimizar el control de stock y vencimientos.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1" y="3927178"/>
            <a:ext cx="10962967" cy="19334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i="1" dirty="0"/>
              <a:t>-Reducir en un 80% las pérdidas por vencimiento de fármacos</a:t>
            </a:r>
            <a:endParaRPr lang="es-CL" dirty="0"/>
          </a:p>
          <a:p>
            <a:r>
              <a:rPr lang="es-CL" i="1" dirty="0"/>
              <a:t>mediante alertas y monitoreo de stock en 2 meses.</a:t>
            </a:r>
            <a:endParaRPr lang="es-CL" dirty="0"/>
          </a:p>
          <a:p>
            <a:r>
              <a:rPr lang="es-CL" i="1" dirty="0"/>
              <a:t>-Asegurar que el 95% de las notificaciones de vencimiento sean enviadas con al menos 15 días de anticipación 1 mes.</a:t>
            </a:r>
            <a:endParaRPr lang="es-CL" dirty="0"/>
          </a:p>
          <a:p>
            <a:r>
              <a:rPr lang="es-CL" i="1" dirty="0"/>
              <a:t>-Asegurar que el 100% de los fármacos almacenados tengan un registro de lote y fecha de vencimiento actualizado en 3 meses.</a:t>
            </a:r>
            <a:endParaRPr lang="es-CL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C4A3731-5C73-BED5-A36B-63C1C8B11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77217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A958C387-4EE0-7D8E-B45D-A1077698A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9580839-4104-2B8A-E713-728AD92945F0}"/>
              </a:ext>
            </a:extLst>
          </p:cNvPr>
          <p:cNvSpPr txBox="1"/>
          <p:nvPr/>
        </p:nvSpPr>
        <p:spPr>
          <a:xfrm>
            <a:off x="2042808" y="1418506"/>
            <a:ext cx="92559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Alcance: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Gestión de fármacos.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Registro y control de stock</a:t>
            </a:r>
            <a:r>
              <a:rPr lang="es-C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Módulo de solicitudes de despacho.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Sistema de notificaciones automáticas.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Gestión de usuarios.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Generación de reportes.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744E8D1-C82C-7DBB-D89B-7B6D6BD5778B}"/>
              </a:ext>
            </a:extLst>
          </p:cNvPr>
          <p:cNvSpPr txBox="1"/>
          <p:nvPr/>
        </p:nvSpPr>
        <p:spPr>
          <a:xfrm>
            <a:off x="2042808" y="3839547"/>
            <a:ext cx="9255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Limitaciones: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No considera pasarelas de pago.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sistema no gestiona aspectos clínicos.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FBB90EF7-BAE3-F441-D347-64A60EB62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31B7ADE-5125-0EEB-1CB0-5BEAF452ADBE}"/>
              </a:ext>
            </a:extLst>
          </p:cNvPr>
          <p:cNvSpPr txBox="1"/>
          <p:nvPr/>
        </p:nvSpPr>
        <p:spPr>
          <a:xfrm>
            <a:off x="1620416" y="2323322"/>
            <a:ext cx="8341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El proyecto se desarrollara con la metodología cascada, la cual se dividirá en 5 fases secuenciales.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La metodología permitirá avanzar de forma estructurada y garantizara que cada fase se valide antes de pasar a la siguiente.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Las fases del proyecto son: Análisis de requerimientos, diseño del sistema, desarrollo, pruebas y despliegue.</a:t>
            </a: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DF67ACC4-3F6E-170F-C392-546FAEDB8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60ED5FE-656C-103A-565C-780847D1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456" y="2229855"/>
            <a:ext cx="8976515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03257-87FB-7E4C-959B-23B4CF93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999771"/>
            <a:ext cx="9905998" cy="575800"/>
          </a:xfrm>
        </p:spPr>
        <p:txBody>
          <a:bodyPr>
            <a:normAutofit fontScale="90000"/>
          </a:bodyPr>
          <a:lstStyle/>
          <a:p>
            <a:r>
              <a:rPr lang="es-MX" dirty="0"/>
              <a:t>Cronograma para el desarrollo del proyecto</a:t>
            </a:r>
            <a:br>
              <a:rPr lang="es-MX" dirty="0"/>
            </a:br>
            <a:endParaRPr lang="es-CL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8D6BA1E5-1CF6-A6F2-2B13-DFAC84598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236" y="1847554"/>
            <a:ext cx="7704668" cy="3541712"/>
          </a:xfr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4E525E6-D23A-CDDE-8C32-F900A7A5A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2088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07B5D-C74F-EB71-3893-153AAA71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95718"/>
            <a:ext cx="9905998" cy="603792"/>
          </a:xfrm>
        </p:spPr>
        <p:txBody>
          <a:bodyPr>
            <a:normAutofit fontScale="90000"/>
          </a:bodyPr>
          <a:lstStyle/>
          <a:p>
            <a:r>
              <a:rPr lang="es-MX" dirty="0"/>
              <a:t>Cronograma para el desarrollo del proyecto</a:t>
            </a:r>
            <a:br>
              <a:rPr lang="es-MX" dirty="0"/>
            </a:b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CD0A41B-C074-9337-C47E-1C6D923AF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154" y="2067440"/>
            <a:ext cx="10491015" cy="3299990"/>
          </a:xfr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A6575A1-4689-BEEF-59A2-7F73A1518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99078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89963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7B17F40-9D78-9053-ED44-AE563DEFB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983" y="1545969"/>
            <a:ext cx="3976032" cy="4294994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987A4B8-2DD3-EBDD-F54C-03D685294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75264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005D655F-0304-CD2C-0213-207E98C67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B8B2CC-2540-D527-1162-45DE48BF1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3" y="1423831"/>
            <a:ext cx="11308071" cy="505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940F014F-59F1-CD13-FB13-78998AB87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E858D9B-C46D-469E-83BB-731DB170E6C9}"/>
              </a:ext>
            </a:extLst>
          </p:cNvPr>
          <p:cNvSpPr txBox="1"/>
          <p:nvPr/>
        </p:nvSpPr>
        <p:spPr>
          <a:xfrm>
            <a:off x="1472680" y="2392896"/>
            <a:ext cx="9246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Oracle Data </a:t>
            </a:r>
            <a:r>
              <a:rPr lang="es-MX" dirty="0" err="1"/>
              <a:t>Modeler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Vs </a:t>
            </a:r>
            <a:r>
              <a:rPr lang="es-MX" dirty="0" err="1"/>
              <a:t>Code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Supabase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Mermaid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Project.</a:t>
            </a:r>
            <a:endParaRPr lang="es-CL" dirty="0"/>
          </a:p>
        </p:txBody>
      </p:sp>
      <p:pic>
        <p:nvPicPr>
          <p:cNvPr id="7174" name="Picture 6" descr="Install osddm on Linux | Snap Store">
            <a:extLst>
              <a:ext uri="{FF2B5EF4-FFF2-40B4-BE49-F238E27FC236}">
                <a16:creationId xmlns:a16="http://schemas.microsoft.com/office/drawing/2014/main" id="{2A673483-BD8A-B105-4DCB-70319CAB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375" y="2078986"/>
            <a:ext cx="1065245" cy="106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>
            <a:extLst>
              <a:ext uri="{FF2B5EF4-FFF2-40B4-BE49-F238E27FC236}">
                <a16:creationId xmlns:a16="http://schemas.microsoft.com/office/drawing/2014/main" id="{5FFC5CC7-380E-B4B8-D71E-E06CC744D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094" y="2284259"/>
            <a:ext cx="859972" cy="85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8" name="Picture 20" descr="Supabase Logo Icons - Transparent, PNG, SVG Files">
            <a:extLst>
              <a:ext uri="{FF2B5EF4-FFF2-40B4-BE49-F238E27FC236}">
                <a16:creationId xmlns:a16="http://schemas.microsoft.com/office/drawing/2014/main" id="{C9F6E422-1180-E502-69A9-C47B2BFDF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620" y="3252868"/>
            <a:ext cx="877078" cy="87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0" name="Picture 22">
            <a:extLst>
              <a:ext uri="{FF2B5EF4-FFF2-40B4-BE49-F238E27FC236}">
                <a16:creationId xmlns:a16="http://schemas.microsoft.com/office/drawing/2014/main" id="{6B4B0DBA-27D6-BBB6-ECF9-C2E7168E9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120" y="3823605"/>
            <a:ext cx="928946" cy="86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2" name="Picture 24">
            <a:extLst>
              <a:ext uri="{FF2B5EF4-FFF2-40B4-BE49-F238E27FC236}">
                <a16:creationId xmlns:a16="http://schemas.microsoft.com/office/drawing/2014/main" id="{965EA180-90F2-CA2C-8B2E-36D966A5D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4461132"/>
            <a:ext cx="1212979" cy="121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821365B-F5BE-388A-4F2C-DC05BF2D2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E0C4D0B-0979-E8CB-953B-B37CC57BBD14}"/>
              </a:ext>
            </a:extLst>
          </p:cNvPr>
          <p:cNvSpPr txBox="1"/>
          <p:nvPr/>
        </p:nvSpPr>
        <p:spPr>
          <a:xfrm>
            <a:off x="2174033" y="2435289"/>
            <a:ext cx="76697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Implementación de un sistema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Modelo de datos relacional.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Control de acceso seguro.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Alertas automatizadas.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Generación de reportes.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Optimización de procesos.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9863626-8C80-B6B8-DCD3-477AAA2D5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42081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33B6EEB-250F-37EA-9F6C-A031124FC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952" y="111968"/>
            <a:ext cx="2603959" cy="6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194</TotalTime>
  <Words>381</Words>
  <Application>Microsoft Office PowerPoint</Application>
  <PresentationFormat>Panorámica</PresentationFormat>
  <Paragraphs>56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Cronograma para el desarrollo del proyecto </vt:lpstr>
      <vt:lpstr>Cronograma para el desarrollo del proyecto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Bastian Olivares Melgarejo</cp:lastModifiedBy>
  <cp:revision>3</cp:revision>
  <dcterms:created xsi:type="dcterms:W3CDTF">2023-10-28T21:12:11Z</dcterms:created>
  <dcterms:modified xsi:type="dcterms:W3CDTF">2025-06-17T03:55:36Z</dcterms:modified>
</cp:coreProperties>
</file>